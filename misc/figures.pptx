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34" d="100"/>
          <a:sy n="134" d="100"/>
        </p:scale>
        <p:origin x="-264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B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B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29E8-57D2-3B4B-946C-FFDBBF1420DB}" type="datetimeFigureOut">
              <a:rPr lang="en-US" smtClean="0"/>
              <a:t>13/06/16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CAF13-B0E8-1248-BA34-7F1465661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6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BE" smtClean="0"/>
              <a:t>Click to edit Master text styles</a:t>
            </a:r>
          </a:p>
          <a:p>
            <a:pPr lvl="1"/>
            <a:r>
              <a:rPr lang="nl-BE" smtClean="0"/>
              <a:t>Second level</a:t>
            </a:r>
          </a:p>
          <a:p>
            <a:pPr lvl="2"/>
            <a:r>
              <a:rPr lang="nl-BE" smtClean="0"/>
              <a:t>Third level</a:t>
            </a:r>
          </a:p>
          <a:p>
            <a:pPr lvl="3"/>
            <a:r>
              <a:rPr lang="nl-BE" smtClean="0"/>
              <a:t>Fourth level</a:t>
            </a:r>
          </a:p>
          <a:p>
            <a:pPr lvl="4"/>
            <a:r>
              <a:rPr lang="nl-B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29E8-57D2-3B4B-946C-FFDBBF1420DB}" type="datetimeFigureOut">
              <a:rPr lang="en-US" smtClean="0"/>
              <a:t>13/06/16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CAF13-B0E8-1248-BA34-7F1465661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4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B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B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29E8-57D2-3B4B-946C-FFDBBF1420DB}" type="datetimeFigureOut">
              <a:rPr lang="en-US" smtClean="0"/>
              <a:t>13/06/16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CAF13-B0E8-1248-BA34-7F1465661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00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BE" smtClean="0"/>
              <a:t>Click to edit Master text styles</a:t>
            </a:r>
          </a:p>
          <a:p>
            <a:pPr lvl="1"/>
            <a:r>
              <a:rPr lang="nl-BE" smtClean="0"/>
              <a:t>Second level</a:t>
            </a:r>
          </a:p>
          <a:p>
            <a:pPr lvl="2"/>
            <a:r>
              <a:rPr lang="nl-BE" smtClean="0"/>
              <a:t>Third level</a:t>
            </a:r>
          </a:p>
          <a:p>
            <a:pPr lvl="3"/>
            <a:r>
              <a:rPr lang="nl-BE" smtClean="0"/>
              <a:t>Fourth level</a:t>
            </a:r>
          </a:p>
          <a:p>
            <a:pPr lvl="4"/>
            <a:r>
              <a:rPr lang="nl-B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BE" smtClean="0"/>
              <a:t>Click to edit Master text styles</a:t>
            </a:r>
          </a:p>
          <a:p>
            <a:pPr lvl="1"/>
            <a:r>
              <a:rPr lang="nl-BE" smtClean="0"/>
              <a:t>Second level</a:t>
            </a:r>
          </a:p>
          <a:p>
            <a:pPr lvl="2"/>
            <a:r>
              <a:rPr lang="nl-BE" smtClean="0"/>
              <a:t>Third level</a:t>
            </a:r>
          </a:p>
          <a:p>
            <a:pPr lvl="3"/>
            <a:r>
              <a:rPr lang="nl-BE" smtClean="0"/>
              <a:t>Fourth level</a:t>
            </a:r>
          </a:p>
          <a:p>
            <a:pPr lvl="4"/>
            <a:r>
              <a:rPr lang="nl-BE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29E8-57D2-3B4B-946C-FFDBBF1420DB}" type="datetimeFigureOut">
              <a:rPr lang="en-US" smtClean="0"/>
              <a:t>13/06/16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CAF13-B0E8-1248-BA34-7F1465661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2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B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BE" smtClean="0"/>
              <a:t>Click to edit Master text styles</a:t>
            </a:r>
          </a:p>
          <a:p>
            <a:pPr lvl="1"/>
            <a:r>
              <a:rPr lang="nl-BE" smtClean="0"/>
              <a:t>Second level</a:t>
            </a:r>
          </a:p>
          <a:p>
            <a:pPr lvl="2"/>
            <a:r>
              <a:rPr lang="nl-BE" smtClean="0"/>
              <a:t>Third level</a:t>
            </a:r>
          </a:p>
          <a:p>
            <a:pPr lvl="3"/>
            <a:r>
              <a:rPr lang="nl-BE" smtClean="0"/>
              <a:t>Fourth level</a:t>
            </a:r>
          </a:p>
          <a:p>
            <a:pPr lvl="4"/>
            <a:r>
              <a:rPr lang="nl-B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B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BE" smtClean="0"/>
              <a:t>Click to edit Master text styles</a:t>
            </a:r>
          </a:p>
          <a:p>
            <a:pPr lvl="1"/>
            <a:r>
              <a:rPr lang="nl-BE" smtClean="0"/>
              <a:t>Second level</a:t>
            </a:r>
          </a:p>
          <a:p>
            <a:pPr lvl="2"/>
            <a:r>
              <a:rPr lang="nl-BE" smtClean="0"/>
              <a:t>Third level</a:t>
            </a:r>
          </a:p>
          <a:p>
            <a:pPr lvl="3"/>
            <a:r>
              <a:rPr lang="nl-BE" smtClean="0"/>
              <a:t>Fourth level</a:t>
            </a:r>
          </a:p>
          <a:p>
            <a:pPr lvl="4"/>
            <a:r>
              <a:rPr lang="nl-BE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29E8-57D2-3B4B-946C-FFDBBF1420DB}" type="datetimeFigureOut">
              <a:rPr lang="en-US" smtClean="0"/>
              <a:t>13/06/16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CAF13-B0E8-1248-BA34-7F1465661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6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29E8-57D2-3B4B-946C-FFDBBF1420DB}" type="datetimeFigureOut">
              <a:rPr lang="en-US" smtClean="0"/>
              <a:t>13/06/16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CAF13-B0E8-1248-BA34-7F1465661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90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29E8-57D2-3B4B-946C-FFDBBF1420DB}" type="datetimeFigureOut">
              <a:rPr lang="en-US" smtClean="0"/>
              <a:t>13/06/16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CAF13-B0E8-1248-BA34-7F1465661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12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B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BE" smtClean="0"/>
              <a:t>Click to edit Master text styles</a:t>
            </a:r>
          </a:p>
          <a:p>
            <a:pPr lvl="1"/>
            <a:r>
              <a:rPr lang="nl-BE" smtClean="0"/>
              <a:t>Second level</a:t>
            </a:r>
          </a:p>
          <a:p>
            <a:pPr lvl="2"/>
            <a:r>
              <a:rPr lang="nl-BE" smtClean="0"/>
              <a:t>Third level</a:t>
            </a:r>
          </a:p>
          <a:p>
            <a:pPr lvl="3"/>
            <a:r>
              <a:rPr lang="nl-BE" smtClean="0"/>
              <a:t>Fourth level</a:t>
            </a:r>
          </a:p>
          <a:p>
            <a:pPr lvl="4"/>
            <a:r>
              <a:rPr lang="nl-B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B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29E8-57D2-3B4B-946C-FFDBBF1420DB}" type="datetimeFigureOut">
              <a:rPr lang="en-US" smtClean="0"/>
              <a:t>13/06/16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CAF13-B0E8-1248-BA34-7F1465661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7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B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B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29E8-57D2-3B4B-946C-FFDBBF1420DB}" type="datetimeFigureOut">
              <a:rPr lang="en-US" smtClean="0"/>
              <a:t>13/06/16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CAF13-B0E8-1248-BA34-7F1465661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8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BE" smtClean="0"/>
              <a:t>Click to edit Master text styles</a:t>
            </a:r>
          </a:p>
          <a:p>
            <a:pPr lvl="1"/>
            <a:r>
              <a:rPr lang="nl-BE" smtClean="0"/>
              <a:t>Second level</a:t>
            </a:r>
          </a:p>
          <a:p>
            <a:pPr lvl="2"/>
            <a:r>
              <a:rPr lang="nl-BE" smtClean="0"/>
              <a:t>Third level</a:t>
            </a:r>
          </a:p>
          <a:p>
            <a:pPr lvl="3"/>
            <a:r>
              <a:rPr lang="nl-BE" smtClean="0"/>
              <a:t>Fourth level</a:t>
            </a:r>
          </a:p>
          <a:p>
            <a:pPr lvl="4"/>
            <a:r>
              <a:rPr lang="nl-B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29E8-57D2-3B4B-946C-FFDBBF1420DB}" type="datetimeFigureOut">
              <a:rPr lang="en-US" smtClean="0"/>
              <a:t>13/06/16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CAF13-B0E8-1248-BA34-7F1465661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7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B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BE" smtClean="0"/>
              <a:t>Click to edit Master text styles</a:t>
            </a:r>
          </a:p>
          <a:p>
            <a:pPr lvl="1"/>
            <a:r>
              <a:rPr lang="nl-BE" smtClean="0"/>
              <a:t>Second level</a:t>
            </a:r>
          </a:p>
          <a:p>
            <a:pPr lvl="2"/>
            <a:r>
              <a:rPr lang="nl-BE" smtClean="0"/>
              <a:t>Third level</a:t>
            </a:r>
          </a:p>
          <a:p>
            <a:pPr lvl="3"/>
            <a:r>
              <a:rPr lang="nl-BE" smtClean="0"/>
              <a:t>Fourth level</a:t>
            </a:r>
          </a:p>
          <a:p>
            <a:pPr lvl="4"/>
            <a:r>
              <a:rPr lang="nl-B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529E8-57D2-3B4B-946C-FFDBBF1420DB}" type="datetimeFigureOut">
              <a:rPr lang="en-US" smtClean="0"/>
              <a:t>13/06/16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CAF13-B0E8-1248-BA34-7F1465661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0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B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smtClean="0"/>
              <a:t>Click to edit Master text styles</a:t>
            </a:r>
          </a:p>
          <a:p>
            <a:pPr lvl="1"/>
            <a:r>
              <a:rPr lang="nl-BE" smtClean="0"/>
              <a:t>Second level</a:t>
            </a:r>
          </a:p>
          <a:p>
            <a:pPr lvl="2"/>
            <a:r>
              <a:rPr lang="nl-BE" smtClean="0"/>
              <a:t>Third level</a:t>
            </a:r>
          </a:p>
          <a:p>
            <a:pPr lvl="3"/>
            <a:r>
              <a:rPr lang="nl-BE" smtClean="0"/>
              <a:t>Fourth level</a:t>
            </a:r>
          </a:p>
          <a:p>
            <a:pPr lvl="4"/>
            <a:r>
              <a:rPr lang="nl-B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529E8-57D2-3B4B-946C-FFDBBF1420DB}" type="datetimeFigureOut">
              <a:rPr lang="en-US" smtClean="0"/>
              <a:t>13/06/16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CAF13-B0E8-1248-BA34-7F1465661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2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/>
          <p:cNvCxnSpPr/>
          <p:nvPr/>
        </p:nvCxnSpPr>
        <p:spPr>
          <a:xfrm>
            <a:off x="894738" y="1168855"/>
            <a:ext cx="1439998" cy="1439998"/>
          </a:xfrm>
          <a:prstGeom prst="straightConnector1">
            <a:avLst/>
          </a:prstGeom>
          <a:ln w="38100" cmpd="sng">
            <a:solidFill>
              <a:schemeClr val="tx1">
                <a:lumMod val="50000"/>
                <a:lumOff val="50000"/>
              </a:schemeClr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894738" y="1168855"/>
            <a:ext cx="1439998" cy="1439998"/>
          </a:xfrm>
          <a:prstGeom prst="straightConnector1">
            <a:avLst/>
          </a:prstGeom>
          <a:ln w="38100" cmpd="sng">
            <a:solidFill>
              <a:srgbClr val="00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893153" y="1891967"/>
            <a:ext cx="356044" cy="356043"/>
          </a:xfrm>
          <a:prstGeom prst="straightConnector1">
            <a:avLst/>
          </a:prstGeom>
          <a:ln w="38100" cmpd="sng">
            <a:solidFill>
              <a:schemeClr val="tx2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533155" y="1168854"/>
            <a:ext cx="720000" cy="720000"/>
          </a:xfrm>
          <a:prstGeom prst="straightConnector1">
            <a:avLst/>
          </a:prstGeom>
          <a:ln w="38100" cmpd="sng">
            <a:solidFill>
              <a:schemeClr val="tx2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533156" y="1168855"/>
            <a:ext cx="359997" cy="359997"/>
          </a:xfrm>
          <a:prstGeom prst="straightConnector1">
            <a:avLst/>
          </a:prstGeom>
          <a:ln w="38100" cmpd="sng">
            <a:solidFill>
              <a:schemeClr val="tx2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5253155" y="1168855"/>
            <a:ext cx="719998" cy="719998"/>
          </a:xfrm>
          <a:prstGeom prst="straightConnector1">
            <a:avLst/>
          </a:prstGeom>
          <a:ln w="38100" cmpd="sng">
            <a:solidFill>
              <a:srgbClr val="9BBB59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5614294" y="1168856"/>
            <a:ext cx="358859" cy="358859"/>
          </a:xfrm>
          <a:prstGeom prst="straightConnector1">
            <a:avLst/>
          </a:prstGeom>
          <a:ln w="38100" cmpd="sng">
            <a:solidFill>
              <a:srgbClr val="9BBB59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4529197" y="1166029"/>
            <a:ext cx="720002" cy="720002"/>
          </a:xfrm>
          <a:prstGeom prst="straightConnector1">
            <a:avLst/>
          </a:prstGeom>
          <a:ln w="38100" cmpd="sng">
            <a:solidFill>
              <a:srgbClr val="1F497D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5254297" y="1891967"/>
            <a:ext cx="359997" cy="359997"/>
          </a:xfrm>
          <a:prstGeom prst="straightConnector1">
            <a:avLst/>
          </a:prstGeom>
          <a:ln w="38100" cmpd="sng">
            <a:solidFill>
              <a:srgbClr val="9BBB59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4534299" y="1886031"/>
            <a:ext cx="719998" cy="719998"/>
          </a:xfrm>
          <a:prstGeom prst="straightConnector1">
            <a:avLst/>
          </a:prstGeom>
          <a:ln w="38100" cmpd="sng">
            <a:solidFill>
              <a:schemeClr val="tx2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5253151" y="1888009"/>
            <a:ext cx="720002" cy="720002"/>
          </a:xfrm>
          <a:prstGeom prst="straightConnector1">
            <a:avLst/>
          </a:prstGeom>
          <a:ln w="38100" cmpd="sng">
            <a:solidFill>
              <a:srgbClr val="9BBB59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894738" y="1166029"/>
            <a:ext cx="1081981" cy="1081981"/>
          </a:xfrm>
          <a:prstGeom prst="straightConnector1">
            <a:avLst/>
          </a:prstGeom>
          <a:ln w="38100" cmpd="sng">
            <a:solidFill>
              <a:schemeClr val="tx1">
                <a:lumMod val="50000"/>
                <a:lumOff val="5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1252237" y="1166032"/>
            <a:ext cx="1082499" cy="1082499"/>
          </a:xfrm>
          <a:prstGeom prst="straightConnector1">
            <a:avLst/>
          </a:prstGeom>
          <a:ln w="38100" cmpd="sng"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875824" y="668764"/>
            <a:ext cx="890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Helvetica"/>
                <a:cs typeface="Helvetica"/>
              </a:rPr>
              <a:t>edge 2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55356" y="671698"/>
            <a:ext cx="890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"/>
                <a:cs typeface="Helvetica"/>
              </a:rPr>
              <a:t>edge 1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Helvetica"/>
              <a:cs typeface="Helvetic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922821" y="1433369"/>
            <a:ext cx="1031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3"/>
                </a:solidFill>
                <a:latin typeface="Helvetica"/>
                <a:cs typeface="Helvetica"/>
              </a:rPr>
              <a:t>pseudo-</a:t>
            </a:r>
          </a:p>
          <a:p>
            <a:r>
              <a:rPr lang="en-US" dirty="0" smtClean="0">
                <a:solidFill>
                  <a:schemeClr val="accent3"/>
                </a:solidFill>
                <a:latin typeface="Helvetica"/>
                <a:cs typeface="Helvetica"/>
              </a:rPr>
              <a:t>vertex 2</a:t>
            </a:r>
            <a:endParaRPr lang="en-US" dirty="0">
              <a:solidFill>
                <a:schemeClr val="accent3"/>
              </a:solidFill>
              <a:latin typeface="Helvetica"/>
              <a:cs typeface="Helvetic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502634" y="1433369"/>
            <a:ext cx="1031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  <a:latin typeface="Helvetica"/>
                <a:cs typeface="Helvetica"/>
              </a:rPr>
              <a:t>pseudo-</a:t>
            </a:r>
          </a:p>
          <a:p>
            <a:r>
              <a:rPr lang="en-US" dirty="0" smtClean="0">
                <a:solidFill>
                  <a:schemeClr val="tx2"/>
                </a:solidFill>
                <a:latin typeface="Helvetica"/>
                <a:cs typeface="Helvetica"/>
              </a:rPr>
              <a:t>vertex 1</a:t>
            </a:r>
            <a:endParaRPr lang="en-US" dirty="0">
              <a:solidFill>
                <a:schemeClr val="tx2"/>
              </a:solidFill>
              <a:latin typeface="Helvetica"/>
              <a:cs typeface="Helvetica"/>
            </a:endParaRPr>
          </a:p>
        </p:txBody>
      </p:sp>
      <p:sp>
        <p:nvSpPr>
          <p:cNvPr id="65" name="Right Arrow 64"/>
          <p:cNvSpPr/>
          <p:nvPr/>
        </p:nvSpPr>
        <p:spPr>
          <a:xfrm>
            <a:off x="2766513" y="1477678"/>
            <a:ext cx="521351" cy="414289"/>
          </a:xfrm>
          <a:prstGeom prst="rightArrow">
            <a:avLst/>
          </a:prstGeom>
          <a:ln w="38100" cmpd="sng">
            <a:solidFill>
              <a:schemeClr val="tx1">
                <a:lumMod val="50000"/>
                <a:lumOff val="50000"/>
              </a:schemeClr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/>
          <p:cNvGrpSpPr/>
          <p:nvPr/>
        </p:nvGrpSpPr>
        <p:grpSpPr>
          <a:xfrm>
            <a:off x="5160493" y="1798163"/>
            <a:ext cx="187607" cy="187607"/>
            <a:chOff x="3459162" y="3197169"/>
            <a:chExt cx="187607" cy="187607"/>
          </a:xfrm>
        </p:grpSpPr>
        <p:sp>
          <p:nvSpPr>
            <p:cNvPr id="31" name="Oval 30"/>
            <p:cNvSpPr/>
            <p:nvPr/>
          </p:nvSpPr>
          <p:spPr>
            <a:xfrm>
              <a:off x="3459162" y="3197169"/>
              <a:ext cx="187607" cy="187607"/>
            </a:xfrm>
            <a:prstGeom prst="ellipse">
              <a:avLst/>
            </a:prstGeom>
            <a:solidFill>
              <a:schemeClr val="accent3"/>
            </a:solidFill>
            <a:ln w="38100" cmpd="sng">
              <a:noFill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Chord 65"/>
            <p:cNvSpPr/>
            <p:nvPr/>
          </p:nvSpPr>
          <p:spPr>
            <a:xfrm>
              <a:off x="3459162" y="3197169"/>
              <a:ext cx="187607" cy="187607"/>
            </a:xfrm>
            <a:prstGeom prst="chord">
              <a:avLst>
                <a:gd name="adj1" fmla="val 5296289"/>
                <a:gd name="adj2" fmla="val 16200000"/>
              </a:avLst>
            </a:prstGeom>
            <a:solidFill>
              <a:schemeClr val="tx2"/>
            </a:solidFill>
            <a:ln w="38100" cmpd="sng">
              <a:noFill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5258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1965881" y="406358"/>
            <a:ext cx="685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Helvetica"/>
                <a:cs typeface="Helvetica"/>
              </a:rPr>
              <a:t>input</a:t>
            </a:r>
            <a:endParaRPr lang="en-US" dirty="0">
              <a:latin typeface="Helvetica"/>
              <a:cs typeface="Helvetica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965475" y="937938"/>
            <a:ext cx="2560845" cy="1440922"/>
            <a:chOff x="4240087" y="595353"/>
            <a:chExt cx="2560845" cy="1440922"/>
          </a:xfrm>
        </p:grpSpPr>
        <p:sp>
          <p:nvSpPr>
            <p:cNvPr id="3" name="Freeform 2"/>
            <p:cNvSpPr/>
            <p:nvPr/>
          </p:nvSpPr>
          <p:spPr>
            <a:xfrm>
              <a:off x="4240087" y="598286"/>
              <a:ext cx="2560845" cy="1437989"/>
            </a:xfrm>
            <a:custGeom>
              <a:avLst/>
              <a:gdLst>
                <a:gd name="connsiteX0" fmla="*/ 0 w 3222047"/>
                <a:gd name="connsiteY0" fmla="*/ 356874 h 1532456"/>
                <a:gd name="connsiteX1" fmla="*/ 1217451 w 3222047"/>
                <a:gd name="connsiteY1" fmla="*/ 0 h 1532456"/>
                <a:gd name="connsiteX2" fmla="*/ 2308959 w 3222047"/>
                <a:gd name="connsiteY2" fmla="*/ 1532456 h 1532456"/>
                <a:gd name="connsiteX3" fmla="*/ 3222047 w 3222047"/>
                <a:gd name="connsiteY3" fmla="*/ 1343523 h 1532456"/>
                <a:gd name="connsiteX4" fmla="*/ 2844217 w 3222047"/>
                <a:gd name="connsiteY4" fmla="*/ 314888 h 1532456"/>
                <a:gd name="connsiteX5" fmla="*/ 1952120 w 3222047"/>
                <a:gd name="connsiteY5" fmla="*/ 451340 h 1532456"/>
                <a:gd name="connsiteX6" fmla="*/ 1563795 w 3222047"/>
                <a:gd name="connsiteY6" fmla="*/ 1521959 h 1532456"/>
                <a:gd name="connsiteX7" fmla="*/ 73467 w 3222047"/>
                <a:gd name="connsiteY7" fmla="*/ 1437989 h 1532456"/>
                <a:gd name="connsiteX8" fmla="*/ 0 w 3222047"/>
                <a:gd name="connsiteY8" fmla="*/ 356874 h 1532456"/>
                <a:gd name="connsiteX0" fmla="*/ 0 w 3222047"/>
                <a:gd name="connsiteY0" fmla="*/ 356874 h 1532456"/>
                <a:gd name="connsiteX1" fmla="*/ 1217451 w 3222047"/>
                <a:gd name="connsiteY1" fmla="*/ 0 h 1532456"/>
                <a:gd name="connsiteX2" fmla="*/ 2308959 w 3222047"/>
                <a:gd name="connsiteY2" fmla="*/ 1532456 h 1532456"/>
                <a:gd name="connsiteX3" fmla="*/ 3222047 w 3222047"/>
                <a:gd name="connsiteY3" fmla="*/ 1343523 h 1532456"/>
                <a:gd name="connsiteX4" fmla="*/ 2445397 w 3222047"/>
                <a:gd name="connsiteY4" fmla="*/ 356873 h 1532456"/>
                <a:gd name="connsiteX5" fmla="*/ 1952120 w 3222047"/>
                <a:gd name="connsiteY5" fmla="*/ 451340 h 1532456"/>
                <a:gd name="connsiteX6" fmla="*/ 1563795 w 3222047"/>
                <a:gd name="connsiteY6" fmla="*/ 1521959 h 1532456"/>
                <a:gd name="connsiteX7" fmla="*/ 73467 w 3222047"/>
                <a:gd name="connsiteY7" fmla="*/ 1437989 h 1532456"/>
                <a:gd name="connsiteX8" fmla="*/ 0 w 3222047"/>
                <a:gd name="connsiteY8" fmla="*/ 356874 h 1532456"/>
                <a:gd name="connsiteX0" fmla="*/ 0 w 2560845"/>
                <a:gd name="connsiteY0" fmla="*/ 356874 h 1532456"/>
                <a:gd name="connsiteX1" fmla="*/ 1217451 w 2560845"/>
                <a:gd name="connsiteY1" fmla="*/ 0 h 1532456"/>
                <a:gd name="connsiteX2" fmla="*/ 2308959 w 2560845"/>
                <a:gd name="connsiteY2" fmla="*/ 1532456 h 1532456"/>
                <a:gd name="connsiteX3" fmla="*/ 2560845 w 2560845"/>
                <a:gd name="connsiteY3" fmla="*/ 997146 h 1532456"/>
                <a:gd name="connsiteX4" fmla="*/ 2445397 w 2560845"/>
                <a:gd name="connsiteY4" fmla="*/ 356873 h 1532456"/>
                <a:gd name="connsiteX5" fmla="*/ 1952120 w 2560845"/>
                <a:gd name="connsiteY5" fmla="*/ 451340 h 1532456"/>
                <a:gd name="connsiteX6" fmla="*/ 1563795 w 2560845"/>
                <a:gd name="connsiteY6" fmla="*/ 1521959 h 1532456"/>
                <a:gd name="connsiteX7" fmla="*/ 73467 w 2560845"/>
                <a:gd name="connsiteY7" fmla="*/ 1437989 h 1532456"/>
                <a:gd name="connsiteX8" fmla="*/ 0 w 2560845"/>
                <a:gd name="connsiteY8" fmla="*/ 356874 h 1532456"/>
                <a:gd name="connsiteX0" fmla="*/ 0 w 2560845"/>
                <a:gd name="connsiteY0" fmla="*/ 356874 h 1521959"/>
                <a:gd name="connsiteX1" fmla="*/ 1217451 w 2560845"/>
                <a:gd name="connsiteY1" fmla="*/ 0 h 1521959"/>
                <a:gd name="connsiteX2" fmla="*/ 1973110 w 2560845"/>
                <a:gd name="connsiteY2" fmla="*/ 1364516 h 1521959"/>
                <a:gd name="connsiteX3" fmla="*/ 2560845 w 2560845"/>
                <a:gd name="connsiteY3" fmla="*/ 997146 h 1521959"/>
                <a:gd name="connsiteX4" fmla="*/ 2445397 w 2560845"/>
                <a:gd name="connsiteY4" fmla="*/ 356873 h 1521959"/>
                <a:gd name="connsiteX5" fmla="*/ 1952120 w 2560845"/>
                <a:gd name="connsiteY5" fmla="*/ 451340 h 1521959"/>
                <a:gd name="connsiteX6" fmla="*/ 1563795 w 2560845"/>
                <a:gd name="connsiteY6" fmla="*/ 1521959 h 1521959"/>
                <a:gd name="connsiteX7" fmla="*/ 73467 w 2560845"/>
                <a:gd name="connsiteY7" fmla="*/ 1437989 h 1521959"/>
                <a:gd name="connsiteX8" fmla="*/ 0 w 2560845"/>
                <a:gd name="connsiteY8" fmla="*/ 356874 h 1521959"/>
                <a:gd name="connsiteX0" fmla="*/ 0 w 2560845"/>
                <a:gd name="connsiteY0" fmla="*/ 356874 h 1437989"/>
                <a:gd name="connsiteX1" fmla="*/ 1217451 w 2560845"/>
                <a:gd name="connsiteY1" fmla="*/ 0 h 1437989"/>
                <a:gd name="connsiteX2" fmla="*/ 1973110 w 2560845"/>
                <a:gd name="connsiteY2" fmla="*/ 1364516 h 1437989"/>
                <a:gd name="connsiteX3" fmla="*/ 2560845 w 2560845"/>
                <a:gd name="connsiteY3" fmla="*/ 997146 h 1437989"/>
                <a:gd name="connsiteX4" fmla="*/ 2445397 w 2560845"/>
                <a:gd name="connsiteY4" fmla="*/ 356873 h 1437989"/>
                <a:gd name="connsiteX5" fmla="*/ 1952120 w 2560845"/>
                <a:gd name="connsiteY5" fmla="*/ 451340 h 1437989"/>
                <a:gd name="connsiteX6" fmla="*/ 1269928 w 2560845"/>
                <a:gd name="connsiteY6" fmla="*/ 1406500 h 1437989"/>
                <a:gd name="connsiteX7" fmla="*/ 73467 w 2560845"/>
                <a:gd name="connsiteY7" fmla="*/ 1437989 h 1437989"/>
                <a:gd name="connsiteX8" fmla="*/ 0 w 2560845"/>
                <a:gd name="connsiteY8" fmla="*/ 356874 h 1437989"/>
                <a:gd name="connsiteX0" fmla="*/ 0 w 2560845"/>
                <a:gd name="connsiteY0" fmla="*/ 356874 h 1437989"/>
                <a:gd name="connsiteX1" fmla="*/ 1217451 w 2560845"/>
                <a:gd name="connsiteY1" fmla="*/ 0 h 1437989"/>
                <a:gd name="connsiteX2" fmla="*/ 1973110 w 2560845"/>
                <a:gd name="connsiteY2" fmla="*/ 1364516 h 1437989"/>
                <a:gd name="connsiteX3" fmla="*/ 2560845 w 2560845"/>
                <a:gd name="connsiteY3" fmla="*/ 997146 h 1437989"/>
                <a:gd name="connsiteX4" fmla="*/ 2445397 w 2560845"/>
                <a:gd name="connsiteY4" fmla="*/ 356873 h 1437989"/>
                <a:gd name="connsiteX5" fmla="*/ 1815682 w 2560845"/>
                <a:gd name="connsiteY5" fmla="*/ 220422 h 1437989"/>
                <a:gd name="connsiteX6" fmla="*/ 1269928 w 2560845"/>
                <a:gd name="connsiteY6" fmla="*/ 1406500 h 1437989"/>
                <a:gd name="connsiteX7" fmla="*/ 73467 w 2560845"/>
                <a:gd name="connsiteY7" fmla="*/ 1437989 h 1437989"/>
                <a:gd name="connsiteX8" fmla="*/ 0 w 2560845"/>
                <a:gd name="connsiteY8" fmla="*/ 356874 h 1437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60845" h="1437989">
                  <a:moveTo>
                    <a:pt x="0" y="356874"/>
                  </a:moveTo>
                  <a:lnTo>
                    <a:pt x="1217451" y="0"/>
                  </a:lnTo>
                  <a:lnTo>
                    <a:pt x="1973110" y="1364516"/>
                  </a:lnTo>
                  <a:lnTo>
                    <a:pt x="2560845" y="997146"/>
                  </a:lnTo>
                  <a:lnTo>
                    <a:pt x="2445397" y="356873"/>
                  </a:lnTo>
                  <a:lnTo>
                    <a:pt x="1815682" y="220422"/>
                  </a:lnTo>
                  <a:lnTo>
                    <a:pt x="1269928" y="1406500"/>
                  </a:lnTo>
                  <a:lnTo>
                    <a:pt x="73467" y="1437989"/>
                  </a:lnTo>
                  <a:lnTo>
                    <a:pt x="0" y="356874"/>
                  </a:lnTo>
                  <a:close/>
                </a:path>
              </a:pathLst>
            </a:custGeom>
            <a:ln w="38100" cmpd="sng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>
              <a:stCxn id="3" idx="0"/>
            </p:cNvCxnSpPr>
            <p:nvPr/>
          </p:nvCxnSpPr>
          <p:spPr>
            <a:xfrm flipV="1">
              <a:off x="4240087" y="767496"/>
              <a:ext cx="640211" cy="187664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3" idx="1"/>
            </p:cNvCxnSpPr>
            <p:nvPr/>
          </p:nvCxnSpPr>
          <p:spPr>
            <a:xfrm>
              <a:off x="5457538" y="598286"/>
              <a:ext cx="207269" cy="374271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3" idx="2"/>
            </p:cNvCxnSpPr>
            <p:nvPr/>
          </p:nvCxnSpPr>
          <p:spPr>
            <a:xfrm flipV="1">
              <a:off x="6213197" y="1706897"/>
              <a:ext cx="409409" cy="255905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5452264" y="595353"/>
              <a:ext cx="599502" cy="1077346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3" idx="3"/>
            </p:cNvCxnSpPr>
            <p:nvPr/>
          </p:nvCxnSpPr>
          <p:spPr>
            <a:xfrm flipH="1" flipV="1">
              <a:off x="6710772" y="1095404"/>
              <a:ext cx="90160" cy="500028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 flipV="1">
              <a:off x="6307748" y="879252"/>
              <a:ext cx="388327" cy="93306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3" idx="5"/>
            </p:cNvCxnSpPr>
            <p:nvPr/>
          </p:nvCxnSpPr>
          <p:spPr>
            <a:xfrm flipH="1">
              <a:off x="5696627" y="818708"/>
              <a:ext cx="359142" cy="780517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" idx="6"/>
            </p:cNvCxnSpPr>
            <p:nvPr/>
          </p:nvCxnSpPr>
          <p:spPr>
            <a:xfrm flipH="1">
              <a:off x="4937533" y="2004786"/>
              <a:ext cx="572482" cy="15067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" idx="7"/>
            </p:cNvCxnSpPr>
            <p:nvPr/>
          </p:nvCxnSpPr>
          <p:spPr>
            <a:xfrm flipH="1" flipV="1">
              <a:off x="4272184" y="1427495"/>
              <a:ext cx="41370" cy="608780"/>
            </a:xfrm>
            <a:prstGeom prst="straightConnector1">
              <a:avLst/>
            </a:prstGeom>
            <a:ln w="38100" cmpd="sng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/>
          <p:cNvGrpSpPr/>
          <p:nvPr/>
        </p:nvGrpSpPr>
        <p:grpSpPr>
          <a:xfrm>
            <a:off x="277546" y="1437989"/>
            <a:ext cx="1385375" cy="1469478"/>
            <a:chOff x="3473933" y="1437989"/>
            <a:chExt cx="1385375" cy="1469478"/>
          </a:xfrm>
        </p:grpSpPr>
        <p:sp>
          <p:nvSpPr>
            <p:cNvPr id="39" name="Freeform 38"/>
            <p:cNvSpPr/>
            <p:nvPr/>
          </p:nvSpPr>
          <p:spPr>
            <a:xfrm>
              <a:off x="3473933" y="1437989"/>
              <a:ext cx="1385375" cy="1469478"/>
            </a:xfrm>
            <a:custGeom>
              <a:avLst/>
              <a:gdLst>
                <a:gd name="connsiteX0" fmla="*/ 1081012 w 1385375"/>
                <a:gd name="connsiteY0" fmla="*/ 1469478 h 1469478"/>
                <a:gd name="connsiteX1" fmla="*/ 1385375 w 1385375"/>
                <a:gd name="connsiteY1" fmla="*/ 283399 h 1469478"/>
                <a:gd name="connsiteX2" fmla="*/ 346344 w 1385375"/>
                <a:gd name="connsiteY2" fmla="*/ 0 h 1469478"/>
                <a:gd name="connsiteX3" fmla="*/ 0 w 1385375"/>
                <a:gd name="connsiteY3" fmla="*/ 850198 h 1469478"/>
                <a:gd name="connsiteX4" fmla="*/ 1081012 w 1385375"/>
                <a:gd name="connsiteY4" fmla="*/ 1469478 h 1469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5375" h="1469478">
                  <a:moveTo>
                    <a:pt x="1081012" y="1469478"/>
                  </a:moveTo>
                  <a:lnTo>
                    <a:pt x="1385375" y="283399"/>
                  </a:lnTo>
                  <a:lnTo>
                    <a:pt x="346344" y="0"/>
                  </a:lnTo>
                  <a:lnTo>
                    <a:pt x="0" y="850198"/>
                  </a:lnTo>
                  <a:lnTo>
                    <a:pt x="1081012" y="1469478"/>
                  </a:lnTo>
                  <a:close/>
                </a:path>
              </a:pathLst>
            </a:custGeom>
            <a:ln w="38100" cmpd="sng">
              <a:solidFill>
                <a:schemeClr val="tx1">
                  <a:lumMod val="75000"/>
                  <a:lumOff val="2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Arrow Connector 59"/>
            <p:cNvCxnSpPr>
              <a:stCxn id="39" idx="3"/>
            </p:cNvCxnSpPr>
            <p:nvPr/>
          </p:nvCxnSpPr>
          <p:spPr>
            <a:xfrm flipV="1">
              <a:off x="3473933" y="1773013"/>
              <a:ext cx="209867" cy="515174"/>
            </a:xfrm>
            <a:prstGeom prst="straightConnector1">
              <a:avLst/>
            </a:prstGeom>
            <a:ln w="38100" cmpd="sng">
              <a:solidFill>
                <a:schemeClr val="tx1">
                  <a:lumMod val="75000"/>
                  <a:lumOff val="2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39" idx="2"/>
            </p:cNvCxnSpPr>
            <p:nvPr/>
          </p:nvCxnSpPr>
          <p:spPr>
            <a:xfrm>
              <a:off x="3820277" y="1437989"/>
              <a:ext cx="734668" cy="194567"/>
            </a:xfrm>
            <a:prstGeom prst="straightConnector1">
              <a:avLst/>
            </a:prstGeom>
            <a:ln w="38100" cmpd="sng">
              <a:solidFill>
                <a:schemeClr val="tx1">
                  <a:lumMod val="75000"/>
                  <a:lumOff val="2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39" idx="1"/>
            </p:cNvCxnSpPr>
            <p:nvPr/>
          </p:nvCxnSpPr>
          <p:spPr>
            <a:xfrm flipH="1">
              <a:off x="4736816" y="1721388"/>
              <a:ext cx="122492" cy="477342"/>
            </a:xfrm>
            <a:prstGeom prst="straightConnector1">
              <a:avLst/>
            </a:prstGeom>
            <a:ln w="38100" cmpd="sng">
              <a:solidFill>
                <a:schemeClr val="tx1">
                  <a:lumMod val="75000"/>
                  <a:lumOff val="2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39" idx="0"/>
            </p:cNvCxnSpPr>
            <p:nvPr/>
          </p:nvCxnSpPr>
          <p:spPr>
            <a:xfrm flipH="1" flipV="1">
              <a:off x="3830626" y="2492526"/>
              <a:ext cx="724319" cy="414941"/>
            </a:xfrm>
            <a:prstGeom prst="straightConnector1">
              <a:avLst/>
            </a:prstGeom>
            <a:ln w="38100" cmpd="sng">
              <a:solidFill>
                <a:schemeClr val="tx1">
                  <a:lumMod val="75000"/>
                  <a:lumOff val="2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TextBox 111"/>
          <p:cNvSpPr txBox="1"/>
          <p:nvPr/>
        </p:nvSpPr>
        <p:spPr>
          <a:xfrm>
            <a:off x="5661655" y="409291"/>
            <a:ext cx="826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Helvetica"/>
                <a:cs typeface="Helvetica"/>
              </a:rPr>
              <a:t>output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114" name="Freeform 113"/>
          <p:cNvSpPr/>
          <p:nvPr/>
        </p:nvSpPr>
        <p:spPr>
          <a:xfrm>
            <a:off x="4661249" y="943804"/>
            <a:ext cx="2560845" cy="1437989"/>
          </a:xfrm>
          <a:custGeom>
            <a:avLst/>
            <a:gdLst>
              <a:gd name="connsiteX0" fmla="*/ 0 w 3222047"/>
              <a:gd name="connsiteY0" fmla="*/ 356874 h 1532456"/>
              <a:gd name="connsiteX1" fmla="*/ 1217451 w 3222047"/>
              <a:gd name="connsiteY1" fmla="*/ 0 h 1532456"/>
              <a:gd name="connsiteX2" fmla="*/ 2308959 w 3222047"/>
              <a:gd name="connsiteY2" fmla="*/ 1532456 h 1532456"/>
              <a:gd name="connsiteX3" fmla="*/ 3222047 w 3222047"/>
              <a:gd name="connsiteY3" fmla="*/ 1343523 h 1532456"/>
              <a:gd name="connsiteX4" fmla="*/ 2844217 w 3222047"/>
              <a:gd name="connsiteY4" fmla="*/ 314888 h 1532456"/>
              <a:gd name="connsiteX5" fmla="*/ 1952120 w 3222047"/>
              <a:gd name="connsiteY5" fmla="*/ 451340 h 1532456"/>
              <a:gd name="connsiteX6" fmla="*/ 1563795 w 3222047"/>
              <a:gd name="connsiteY6" fmla="*/ 1521959 h 1532456"/>
              <a:gd name="connsiteX7" fmla="*/ 73467 w 3222047"/>
              <a:gd name="connsiteY7" fmla="*/ 1437989 h 1532456"/>
              <a:gd name="connsiteX8" fmla="*/ 0 w 3222047"/>
              <a:gd name="connsiteY8" fmla="*/ 356874 h 1532456"/>
              <a:gd name="connsiteX0" fmla="*/ 0 w 3222047"/>
              <a:gd name="connsiteY0" fmla="*/ 356874 h 1532456"/>
              <a:gd name="connsiteX1" fmla="*/ 1217451 w 3222047"/>
              <a:gd name="connsiteY1" fmla="*/ 0 h 1532456"/>
              <a:gd name="connsiteX2" fmla="*/ 2308959 w 3222047"/>
              <a:gd name="connsiteY2" fmla="*/ 1532456 h 1532456"/>
              <a:gd name="connsiteX3" fmla="*/ 3222047 w 3222047"/>
              <a:gd name="connsiteY3" fmla="*/ 1343523 h 1532456"/>
              <a:gd name="connsiteX4" fmla="*/ 2445397 w 3222047"/>
              <a:gd name="connsiteY4" fmla="*/ 356873 h 1532456"/>
              <a:gd name="connsiteX5" fmla="*/ 1952120 w 3222047"/>
              <a:gd name="connsiteY5" fmla="*/ 451340 h 1532456"/>
              <a:gd name="connsiteX6" fmla="*/ 1563795 w 3222047"/>
              <a:gd name="connsiteY6" fmla="*/ 1521959 h 1532456"/>
              <a:gd name="connsiteX7" fmla="*/ 73467 w 3222047"/>
              <a:gd name="connsiteY7" fmla="*/ 1437989 h 1532456"/>
              <a:gd name="connsiteX8" fmla="*/ 0 w 3222047"/>
              <a:gd name="connsiteY8" fmla="*/ 356874 h 1532456"/>
              <a:gd name="connsiteX0" fmla="*/ 0 w 2560845"/>
              <a:gd name="connsiteY0" fmla="*/ 356874 h 1532456"/>
              <a:gd name="connsiteX1" fmla="*/ 1217451 w 2560845"/>
              <a:gd name="connsiteY1" fmla="*/ 0 h 1532456"/>
              <a:gd name="connsiteX2" fmla="*/ 2308959 w 2560845"/>
              <a:gd name="connsiteY2" fmla="*/ 1532456 h 1532456"/>
              <a:gd name="connsiteX3" fmla="*/ 2560845 w 2560845"/>
              <a:gd name="connsiteY3" fmla="*/ 997146 h 1532456"/>
              <a:gd name="connsiteX4" fmla="*/ 2445397 w 2560845"/>
              <a:gd name="connsiteY4" fmla="*/ 356873 h 1532456"/>
              <a:gd name="connsiteX5" fmla="*/ 1952120 w 2560845"/>
              <a:gd name="connsiteY5" fmla="*/ 451340 h 1532456"/>
              <a:gd name="connsiteX6" fmla="*/ 1563795 w 2560845"/>
              <a:gd name="connsiteY6" fmla="*/ 1521959 h 1532456"/>
              <a:gd name="connsiteX7" fmla="*/ 73467 w 2560845"/>
              <a:gd name="connsiteY7" fmla="*/ 1437989 h 1532456"/>
              <a:gd name="connsiteX8" fmla="*/ 0 w 2560845"/>
              <a:gd name="connsiteY8" fmla="*/ 356874 h 1532456"/>
              <a:gd name="connsiteX0" fmla="*/ 0 w 2560845"/>
              <a:gd name="connsiteY0" fmla="*/ 356874 h 1521959"/>
              <a:gd name="connsiteX1" fmla="*/ 1217451 w 2560845"/>
              <a:gd name="connsiteY1" fmla="*/ 0 h 1521959"/>
              <a:gd name="connsiteX2" fmla="*/ 1973110 w 2560845"/>
              <a:gd name="connsiteY2" fmla="*/ 1364516 h 1521959"/>
              <a:gd name="connsiteX3" fmla="*/ 2560845 w 2560845"/>
              <a:gd name="connsiteY3" fmla="*/ 997146 h 1521959"/>
              <a:gd name="connsiteX4" fmla="*/ 2445397 w 2560845"/>
              <a:gd name="connsiteY4" fmla="*/ 356873 h 1521959"/>
              <a:gd name="connsiteX5" fmla="*/ 1952120 w 2560845"/>
              <a:gd name="connsiteY5" fmla="*/ 451340 h 1521959"/>
              <a:gd name="connsiteX6" fmla="*/ 1563795 w 2560845"/>
              <a:gd name="connsiteY6" fmla="*/ 1521959 h 1521959"/>
              <a:gd name="connsiteX7" fmla="*/ 73467 w 2560845"/>
              <a:gd name="connsiteY7" fmla="*/ 1437989 h 1521959"/>
              <a:gd name="connsiteX8" fmla="*/ 0 w 2560845"/>
              <a:gd name="connsiteY8" fmla="*/ 356874 h 1521959"/>
              <a:gd name="connsiteX0" fmla="*/ 0 w 2560845"/>
              <a:gd name="connsiteY0" fmla="*/ 356874 h 1437989"/>
              <a:gd name="connsiteX1" fmla="*/ 1217451 w 2560845"/>
              <a:gd name="connsiteY1" fmla="*/ 0 h 1437989"/>
              <a:gd name="connsiteX2" fmla="*/ 1973110 w 2560845"/>
              <a:gd name="connsiteY2" fmla="*/ 1364516 h 1437989"/>
              <a:gd name="connsiteX3" fmla="*/ 2560845 w 2560845"/>
              <a:gd name="connsiteY3" fmla="*/ 997146 h 1437989"/>
              <a:gd name="connsiteX4" fmla="*/ 2445397 w 2560845"/>
              <a:gd name="connsiteY4" fmla="*/ 356873 h 1437989"/>
              <a:gd name="connsiteX5" fmla="*/ 1952120 w 2560845"/>
              <a:gd name="connsiteY5" fmla="*/ 451340 h 1437989"/>
              <a:gd name="connsiteX6" fmla="*/ 1269928 w 2560845"/>
              <a:gd name="connsiteY6" fmla="*/ 1406500 h 1437989"/>
              <a:gd name="connsiteX7" fmla="*/ 73467 w 2560845"/>
              <a:gd name="connsiteY7" fmla="*/ 1437989 h 1437989"/>
              <a:gd name="connsiteX8" fmla="*/ 0 w 2560845"/>
              <a:gd name="connsiteY8" fmla="*/ 356874 h 1437989"/>
              <a:gd name="connsiteX0" fmla="*/ 0 w 2560845"/>
              <a:gd name="connsiteY0" fmla="*/ 356874 h 1437989"/>
              <a:gd name="connsiteX1" fmla="*/ 1217451 w 2560845"/>
              <a:gd name="connsiteY1" fmla="*/ 0 h 1437989"/>
              <a:gd name="connsiteX2" fmla="*/ 1973110 w 2560845"/>
              <a:gd name="connsiteY2" fmla="*/ 1364516 h 1437989"/>
              <a:gd name="connsiteX3" fmla="*/ 2560845 w 2560845"/>
              <a:gd name="connsiteY3" fmla="*/ 997146 h 1437989"/>
              <a:gd name="connsiteX4" fmla="*/ 2445397 w 2560845"/>
              <a:gd name="connsiteY4" fmla="*/ 356873 h 1437989"/>
              <a:gd name="connsiteX5" fmla="*/ 1815682 w 2560845"/>
              <a:gd name="connsiteY5" fmla="*/ 220422 h 1437989"/>
              <a:gd name="connsiteX6" fmla="*/ 1269928 w 2560845"/>
              <a:gd name="connsiteY6" fmla="*/ 1406500 h 1437989"/>
              <a:gd name="connsiteX7" fmla="*/ 73467 w 2560845"/>
              <a:gd name="connsiteY7" fmla="*/ 1437989 h 1437989"/>
              <a:gd name="connsiteX8" fmla="*/ 0 w 2560845"/>
              <a:gd name="connsiteY8" fmla="*/ 356874 h 1437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60845" h="1437989">
                <a:moveTo>
                  <a:pt x="0" y="356874"/>
                </a:moveTo>
                <a:lnTo>
                  <a:pt x="1217451" y="0"/>
                </a:lnTo>
                <a:lnTo>
                  <a:pt x="1973110" y="1364516"/>
                </a:lnTo>
                <a:lnTo>
                  <a:pt x="2560845" y="997146"/>
                </a:lnTo>
                <a:lnTo>
                  <a:pt x="2445397" y="356873"/>
                </a:lnTo>
                <a:lnTo>
                  <a:pt x="1815682" y="220422"/>
                </a:lnTo>
                <a:lnTo>
                  <a:pt x="1269928" y="1406500"/>
                </a:lnTo>
                <a:lnTo>
                  <a:pt x="73467" y="1437989"/>
                </a:lnTo>
                <a:lnTo>
                  <a:pt x="0" y="356874"/>
                </a:lnTo>
                <a:close/>
              </a:path>
            </a:pathLst>
          </a:custGeom>
          <a:ln w="38100" cmpd="sng">
            <a:solidFill>
              <a:srgbClr val="4BACC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Arrow Connector 114"/>
          <p:cNvCxnSpPr>
            <a:stCxn id="114" idx="0"/>
          </p:cNvCxnSpPr>
          <p:nvPr/>
        </p:nvCxnSpPr>
        <p:spPr>
          <a:xfrm flipV="1">
            <a:off x="4661249" y="1113014"/>
            <a:ext cx="640211" cy="187664"/>
          </a:xfrm>
          <a:prstGeom prst="straightConnector1">
            <a:avLst/>
          </a:prstGeom>
          <a:ln w="38100" cmpd="sng">
            <a:solidFill>
              <a:srgbClr val="4BACC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114" idx="1"/>
          </p:cNvCxnSpPr>
          <p:nvPr/>
        </p:nvCxnSpPr>
        <p:spPr>
          <a:xfrm>
            <a:off x="5878700" y="943804"/>
            <a:ext cx="207269" cy="374271"/>
          </a:xfrm>
          <a:prstGeom prst="straightConnector1">
            <a:avLst/>
          </a:prstGeom>
          <a:ln w="38100" cmpd="sng">
            <a:solidFill>
              <a:srgbClr val="4BACC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114" idx="2"/>
          </p:cNvCxnSpPr>
          <p:nvPr/>
        </p:nvCxnSpPr>
        <p:spPr>
          <a:xfrm flipV="1">
            <a:off x="6634359" y="2052415"/>
            <a:ext cx="409409" cy="255905"/>
          </a:xfrm>
          <a:prstGeom prst="straightConnector1">
            <a:avLst/>
          </a:prstGeom>
          <a:ln w="38100" cmpd="sng">
            <a:solidFill>
              <a:schemeClr val="accent4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>
            <a:off x="6273217" y="1659323"/>
            <a:ext cx="199711" cy="358894"/>
          </a:xfrm>
          <a:prstGeom prst="straightConnector1">
            <a:avLst/>
          </a:prstGeom>
          <a:ln w="38100" cmpd="sng">
            <a:solidFill>
              <a:srgbClr val="8064A2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114" idx="3"/>
          </p:cNvCxnSpPr>
          <p:nvPr/>
        </p:nvCxnSpPr>
        <p:spPr>
          <a:xfrm flipH="1" flipV="1">
            <a:off x="7131934" y="1440922"/>
            <a:ext cx="90160" cy="500028"/>
          </a:xfrm>
          <a:prstGeom prst="straightConnector1">
            <a:avLst/>
          </a:prstGeom>
          <a:ln w="38100" cmpd="sng">
            <a:solidFill>
              <a:schemeClr val="accent4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flipH="1" flipV="1">
            <a:off x="6728910" y="1224770"/>
            <a:ext cx="388327" cy="93306"/>
          </a:xfrm>
          <a:prstGeom prst="straightConnector1">
            <a:avLst/>
          </a:prstGeom>
          <a:ln w="38100" cmpd="sng">
            <a:solidFill>
              <a:schemeClr val="accent4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114" idx="5"/>
          </p:cNvCxnSpPr>
          <p:nvPr/>
        </p:nvCxnSpPr>
        <p:spPr>
          <a:xfrm flipH="1">
            <a:off x="6117789" y="1164226"/>
            <a:ext cx="359142" cy="780517"/>
          </a:xfrm>
          <a:prstGeom prst="straightConnector1">
            <a:avLst/>
          </a:prstGeom>
          <a:ln w="38100" cmpd="sng">
            <a:solidFill>
              <a:srgbClr val="4BACC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114" idx="6"/>
          </p:cNvCxnSpPr>
          <p:nvPr/>
        </p:nvCxnSpPr>
        <p:spPr>
          <a:xfrm flipH="1">
            <a:off x="5358695" y="2350304"/>
            <a:ext cx="572482" cy="15067"/>
          </a:xfrm>
          <a:prstGeom prst="straightConnector1">
            <a:avLst/>
          </a:prstGeom>
          <a:ln w="38100" cmpd="sng">
            <a:solidFill>
              <a:srgbClr val="4BACC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stCxn id="114" idx="7"/>
          </p:cNvCxnSpPr>
          <p:nvPr/>
        </p:nvCxnSpPr>
        <p:spPr>
          <a:xfrm flipH="1" flipV="1">
            <a:off x="4693346" y="1773013"/>
            <a:ext cx="41370" cy="608780"/>
          </a:xfrm>
          <a:prstGeom prst="straightConnector1">
            <a:avLst/>
          </a:prstGeom>
          <a:ln w="38100" cmpd="sng">
            <a:solidFill>
              <a:schemeClr val="accent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Freeform 124"/>
          <p:cNvSpPr/>
          <p:nvPr/>
        </p:nvSpPr>
        <p:spPr>
          <a:xfrm>
            <a:off x="3973320" y="1440922"/>
            <a:ext cx="1385375" cy="1469478"/>
          </a:xfrm>
          <a:custGeom>
            <a:avLst/>
            <a:gdLst>
              <a:gd name="connsiteX0" fmla="*/ 1081012 w 1385375"/>
              <a:gd name="connsiteY0" fmla="*/ 1469478 h 1469478"/>
              <a:gd name="connsiteX1" fmla="*/ 1385375 w 1385375"/>
              <a:gd name="connsiteY1" fmla="*/ 283399 h 1469478"/>
              <a:gd name="connsiteX2" fmla="*/ 346344 w 1385375"/>
              <a:gd name="connsiteY2" fmla="*/ 0 h 1469478"/>
              <a:gd name="connsiteX3" fmla="*/ 0 w 1385375"/>
              <a:gd name="connsiteY3" fmla="*/ 850198 h 1469478"/>
              <a:gd name="connsiteX4" fmla="*/ 1081012 w 1385375"/>
              <a:gd name="connsiteY4" fmla="*/ 1469478 h 1469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5375" h="1469478">
                <a:moveTo>
                  <a:pt x="1081012" y="1469478"/>
                </a:moveTo>
                <a:lnTo>
                  <a:pt x="1385375" y="283399"/>
                </a:lnTo>
                <a:lnTo>
                  <a:pt x="346344" y="0"/>
                </a:lnTo>
                <a:lnTo>
                  <a:pt x="0" y="850198"/>
                </a:lnTo>
                <a:lnTo>
                  <a:pt x="1081012" y="1469478"/>
                </a:lnTo>
                <a:close/>
              </a:path>
            </a:pathLst>
          </a:custGeom>
          <a:ln w="38100" cmpd="sng">
            <a:solidFill>
              <a:schemeClr val="accent5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Straight Arrow Connector 129"/>
          <p:cNvCxnSpPr>
            <a:stCxn id="125" idx="1"/>
          </p:cNvCxnSpPr>
          <p:nvPr/>
        </p:nvCxnSpPr>
        <p:spPr>
          <a:xfrm flipH="1" flipV="1">
            <a:off x="4677110" y="1534090"/>
            <a:ext cx="681585" cy="190231"/>
          </a:xfrm>
          <a:prstGeom prst="straightConnector1">
            <a:avLst/>
          </a:prstGeom>
          <a:ln w="38100" cmpd="sng">
            <a:solidFill>
              <a:schemeClr val="accent6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25" idx="1"/>
          </p:cNvCxnSpPr>
          <p:nvPr/>
        </p:nvCxnSpPr>
        <p:spPr>
          <a:xfrm flipH="1">
            <a:off x="5189979" y="1724321"/>
            <a:ext cx="168716" cy="657473"/>
          </a:xfrm>
          <a:prstGeom prst="straightConnector1">
            <a:avLst/>
          </a:prstGeom>
          <a:ln w="38100" cmpd="sng">
            <a:solidFill>
              <a:schemeClr val="accent6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stCxn id="114" idx="7"/>
          </p:cNvCxnSpPr>
          <p:nvPr/>
        </p:nvCxnSpPr>
        <p:spPr>
          <a:xfrm flipH="1" flipV="1">
            <a:off x="4677110" y="1534090"/>
            <a:ext cx="57606" cy="847703"/>
          </a:xfrm>
          <a:prstGeom prst="straightConnector1">
            <a:avLst/>
          </a:prstGeom>
          <a:ln w="38100" cmpd="sng">
            <a:solidFill>
              <a:schemeClr val="accent6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endCxn id="114" idx="7"/>
          </p:cNvCxnSpPr>
          <p:nvPr/>
        </p:nvCxnSpPr>
        <p:spPr>
          <a:xfrm flipH="1">
            <a:off x="4734716" y="2369811"/>
            <a:ext cx="455263" cy="11982"/>
          </a:xfrm>
          <a:prstGeom prst="straightConnector1">
            <a:avLst/>
          </a:prstGeom>
          <a:ln w="38100" cmpd="sng">
            <a:solidFill>
              <a:schemeClr val="accent6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>
            <a:stCxn id="114" idx="4"/>
            <a:endCxn id="114" idx="5"/>
          </p:cNvCxnSpPr>
          <p:nvPr/>
        </p:nvCxnSpPr>
        <p:spPr>
          <a:xfrm flipH="1" flipV="1">
            <a:off x="6476931" y="1164226"/>
            <a:ext cx="629715" cy="136451"/>
          </a:xfrm>
          <a:prstGeom prst="straightConnector1">
            <a:avLst/>
          </a:prstGeom>
          <a:ln w="38100" cmpd="sng">
            <a:solidFill>
              <a:schemeClr val="accent4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>
            <a:stCxn id="114" idx="4"/>
            <a:endCxn id="114" idx="3"/>
          </p:cNvCxnSpPr>
          <p:nvPr/>
        </p:nvCxnSpPr>
        <p:spPr>
          <a:xfrm>
            <a:off x="7106646" y="1300677"/>
            <a:ext cx="115448" cy="640273"/>
          </a:xfrm>
          <a:prstGeom prst="straightConnector1">
            <a:avLst/>
          </a:prstGeom>
          <a:ln w="38100" cmpd="sng">
            <a:solidFill>
              <a:schemeClr val="accent4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stCxn id="114" idx="3"/>
            <a:endCxn id="114" idx="2"/>
          </p:cNvCxnSpPr>
          <p:nvPr/>
        </p:nvCxnSpPr>
        <p:spPr>
          <a:xfrm flipH="1">
            <a:off x="6634359" y="1940950"/>
            <a:ext cx="587735" cy="367370"/>
          </a:xfrm>
          <a:prstGeom prst="straightConnector1">
            <a:avLst/>
          </a:prstGeom>
          <a:ln w="38100" cmpd="sng">
            <a:solidFill>
              <a:schemeClr val="accent4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>
            <a:endCxn id="114" idx="5"/>
          </p:cNvCxnSpPr>
          <p:nvPr/>
        </p:nvCxnSpPr>
        <p:spPr>
          <a:xfrm flipV="1">
            <a:off x="6273217" y="1164226"/>
            <a:ext cx="203714" cy="442728"/>
          </a:xfrm>
          <a:prstGeom prst="straightConnector1">
            <a:avLst/>
          </a:prstGeom>
          <a:ln w="38100" cmpd="sng">
            <a:solidFill>
              <a:schemeClr val="accent4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stCxn id="114" idx="2"/>
          </p:cNvCxnSpPr>
          <p:nvPr/>
        </p:nvCxnSpPr>
        <p:spPr>
          <a:xfrm flipH="1" flipV="1">
            <a:off x="6273217" y="1659323"/>
            <a:ext cx="361142" cy="648997"/>
          </a:xfrm>
          <a:prstGeom prst="straightConnector1">
            <a:avLst/>
          </a:prstGeom>
          <a:ln w="38100" cmpd="sng">
            <a:solidFill>
              <a:schemeClr val="accent4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7914216" y="900754"/>
            <a:ext cx="1229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Helvetica"/>
                <a:cs typeface="Helvetica"/>
              </a:rPr>
              <a:t>index: 0</a:t>
            </a:r>
          </a:p>
          <a:p>
            <a:r>
              <a:rPr lang="en-US" sz="1100" dirty="0" smtClean="0">
                <a:latin typeface="Helvetica"/>
                <a:cs typeface="Helvetica"/>
              </a:rPr>
              <a:t>parent: -1</a:t>
            </a:r>
          </a:p>
          <a:p>
            <a:r>
              <a:rPr lang="en-US" sz="1100" dirty="0" smtClean="0">
                <a:latin typeface="Helvetica"/>
                <a:cs typeface="Helvetica"/>
              </a:rPr>
              <a:t>winding: -1</a:t>
            </a:r>
          </a:p>
          <a:p>
            <a:r>
              <a:rPr lang="en-US" sz="1100" dirty="0" smtClean="0">
                <a:latin typeface="Helvetica"/>
                <a:cs typeface="Helvetica"/>
              </a:rPr>
              <a:t>net winding: -1</a:t>
            </a:r>
            <a:endParaRPr lang="en-US" sz="1100" dirty="0">
              <a:latin typeface="Helvetica"/>
              <a:cs typeface="Helvetica"/>
            </a:endParaRPr>
          </a:p>
        </p:txBody>
      </p:sp>
      <p:sp>
        <p:nvSpPr>
          <p:cNvPr id="185" name="Oval 184"/>
          <p:cNvSpPr/>
          <p:nvPr/>
        </p:nvSpPr>
        <p:spPr>
          <a:xfrm>
            <a:off x="7614377" y="980336"/>
            <a:ext cx="205062" cy="205062"/>
          </a:xfrm>
          <a:prstGeom prst="ellipse">
            <a:avLst/>
          </a:prstGeom>
          <a:noFill/>
          <a:ln w="38100" cmpd="sng">
            <a:solidFill>
              <a:schemeClr val="accent5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0" name="Straight Arrow Connector 199"/>
          <p:cNvCxnSpPr/>
          <p:nvPr/>
        </p:nvCxnSpPr>
        <p:spPr>
          <a:xfrm flipV="1">
            <a:off x="3973320" y="1778335"/>
            <a:ext cx="209867" cy="515174"/>
          </a:xfrm>
          <a:prstGeom prst="straightConnector1">
            <a:avLst/>
          </a:prstGeom>
          <a:ln w="38100" cmpd="sng">
            <a:solidFill>
              <a:srgbClr val="4BACC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/>
          <p:nvPr/>
        </p:nvCxnSpPr>
        <p:spPr>
          <a:xfrm>
            <a:off x="4677110" y="1537976"/>
            <a:ext cx="377222" cy="99902"/>
          </a:xfrm>
          <a:prstGeom prst="straightConnector1">
            <a:avLst/>
          </a:prstGeom>
          <a:ln w="38100" cmpd="sng">
            <a:solidFill>
              <a:srgbClr val="F7964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/>
          <p:cNvCxnSpPr/>
          <p:nvPr/>
        </p:nvCxnSpPr>
        <p:spPr>
          <a:xfrm flipH="1">
            <a:off x="5236203" y="1726710"/>
            <a:ext cx="122492" cy="477342"/>
          </a:xfrm>
          <a:prstGeom prst="straightConnector1">
            <a:avLst/>
          </a:prstGeom>
          <a:ln w="38100" cmpd="sng">
            <a:solidFill>
              <a:srgbClr val="F7964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/>
          <p:cNvCxnSpPr/>
          <p:nvPr/>
        </p:nvCxnSpPr>
        <p:spPr>
          <a:xfrm flipH="1" flipV="1">
            <a:off x="4330013" y="2497848"/>
            <a:ext cx="724319" cy="414941"/>
          </a:xfrm>
          <a:prstGeom prst="straightConnector1">
            <a:avLst/>
          </a:prstGeom>
          <a:ln w="38100" cmpd="sng">
            <a:solidFill>
              <a:srgbClr val="4BACC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TextBox 211"/>
          <p:cNvSpPr txBox="1"/>
          <p:nvPr/>
        </p:nvSpPr>
        <p:spPr>
          <a:xfrm>
            <a:off x="7914216" y="1640806"/>
            <a:ext cx="1229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Helvetica"/>
                <a:cs typeface="Helvetica"/>
              </a:rPr>
              <a:t>index: 1</a:t>
            </a:r>
          </a:p>
          <a:p>
            <a:r>
              <a:rPr lang="en-US" sz="1100" dirty="0" smtClean="0">
                <a:latin typeface="Helvetica"/>
                <a:cs typeface="Helvetica"/>
              </a:rPr>
              <a:t>parent: 0</a:t>
            </a:r>
          </a:p>
          <a:p>
            <a:r>
              <a:rPr lang="en-US" sz="1100" dirty="0" smtClean="0">
                <a:latin typeface="Helvetica"/>
                <a:cs typeface="Helvetica"/>
              </a:rPr>
              <a:t>winding: -1</a:t>
            </a:r>
          </a:p>
          <a:p>
            <a:r>
              <a:rPr lang="en-US" sz="1100" dirty="0" smtClean="0">
                <a:latin typeface="Helvetica"/>
                <a:cs typeface="Helvetica"/>
              </a:rPr>
              <a:t>net winding: -2</a:t>
            </a:r>
            <a:endParaRPr lang="en-US" sz="1100" dirty="0">
              <a:latin typeface="Helvetica"/>
              <a:cs typeface="Helvetica"/>
            </a:endParaRPr>
          </a:p>
        </p:txBody>
      </p:sp>
      <p:sp>
        <p:nvSpPr>
          <p:cNvPr id="213" name="Oval 212"/>
          <p:cNvSpPr/>
          <p:nvPr/>
        </p:nvSpPr>
        <p:spPr>
          <a:xfrm>
            <a:off x="7614377" y="1720388"/>
            <a:ext cx="205062" cy="205062"/>
          </a:xfrm>
          <a:prstGeom prst="ellipse">
            <a:avLst/>
          </a:prstGeom>
          <a:noFill/>
          <a:ln w="38100" cmpd="sng">
            <a:solidFill>
              <a:schemeClr val="accent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TextBox 213"/>
          <p:cNvSpPr txBox="1"/>
          <p:nvPr/>
        </p:nvSpPr>
        <p:spPr>
          <a:xfrm>
            <a:off x="7914216" y="2380858"/>
            <a:ext cx="1229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Helvetica"/>
                <a:cs typeface="Helvetica"/>
              </a:rPr>
              <a:t>index: 2</a:t>
            </a:r>
          </a:p>
          <a:p>
            <a:r>
              <a:rPr lang="en-US" sz="1100" dirty="0" smtClean="0">
                <a:latin typeface="Helvetica"/>
                <a:cs typeface="Helvetica"/>
              </a:rPr>
              <a:t>parent: -1</a:t>
            </a:r>
          </a:p>
          <a:p>
            <a:r>
              <a:rPr lang="en-US" sz="1100" dirty="0" smtClean="0">
                <a:latin typeface="Helvetica"/>
                <a:cs typeface="Helvetica"/>
              </a:rPr>
              <a:t>winding: 1</a:t>
            </a:r>
          </a:p>
          <a:p>
            <a:r>
              <a:rPr lang="en-US" sz="1100" dirty="0" smtClean="0">
                <a:latin typeface="Helvetica"/>
                <a:cs typeface="Helvetica"/>
              </a:rPr>
              <a:t>net winding: 1</a:t>
            </a:r>
            <a:endParaRPr lang="en-US" sz="1100" dirty="0">
              <a:latin typeface="Helvetica"/>
              <a:cs typeface="Helvetica"/>
            </a:endParaRPr>
          </a:p>
        </p:txBody>
      </p:sp>
      <p:sp>
        <p:nvSpPr>
          <p:cNvPr id="215" name="Oval 214"/>
          <p:cNvSpPr/>
          <p:nvPr/>
        </p:nvSpPr>
        <p:spPr>
          <a:xfrm>
            <a:off x="7614377" y="2460440"/>
            <a:ext cx="205062" cy="205062"/>
          </a:xfrm>
          <a:prstGeom prst="ellipse">
            <a:avLst/>
          </a:prstGeom>
          <a:noFill/>
          <a:ln w="38100" cmpd="sng">
            <a:solidFill>
              <a:schemeClr val="accent4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85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59</Words>
  <Application>Microsoft Macintosh PowerPoint</Application>
  <PresentationFormat>On-screen Show (4:3)</PresentationFormat>
  <Paragraphs>20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Manuel Claeys Bouuaert</dc:creator>
  <cp:lastModifiedBy>Manuel Claeys Bouuaert</cp:lastModifiedBy>
  <cp:revision>6</cp:revision>
  <cp:lastPrinted>2016-06-12T14:15:52Z</cp:lastPrinted>
  <dcterms:created xsi:type="dcterms:W3CDTF">2016-06-12T14:04:31Z</dcterms:created>
  <dcterms:modified xsi:type="dcterms:W3CDTF">2016-06-13T14:49:15Z</dcterms:modified>
</cp:coreProperties>
</file>